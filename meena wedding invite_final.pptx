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2" r:id="rId2"/>
  </p:sldIdLst>
  <p:sldSz cx="71993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F37"/>
    <a:srgbClr val="C0C0C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272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767462"/>
            <a:ext cx="6119416" cy="375991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5672376"/>
            <a:ext cx="5399485" cy="260744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221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572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692444"/>
            <a:ext cx="6209407" cy="4492401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7227345"/>
            <a:ext cx="6209407" cy="236244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03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874937"/>
            <a:ext cx="3059708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874937"/>
            <a:ext cx="3059708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57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574990"/>
            <a:ext cx="6209407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647443"/>
            <a:ext cx="3045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944914"/>
            <a:ext cx="304564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647443"/>
            <a:ext cx="3060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944914"/>
            <a:ext cx="306064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65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108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844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554968"/>
            <a:ext cx="3644652" cy="7674832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5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554968"/>
            <a:ext cx="3644652" cy="7674832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73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2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574987"/>
            <a:ext cx="1552352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574987"/>
            <a:ext cx="4567064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554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574990"/>
            <a:ext cx="6209407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874937"/>
            <a:ext cx="6209407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25EAB-3D3F-405A-BE16-92759981DA2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0009783"/>
            <a:ext cx="242976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4CF35-B6B7-4E93-BCAA-FA366C9C6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6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aps.app.goo.gl/CiDfJA3f4AzkYPtp6?g_st=aw" TargetMode="Externa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B0456-658E-909B-6ACA-D18EC3B1C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ark green wall with a crack in it&#10;&#10;AI-generated content may be incorrect.">
            <a:extLst>
              <a:ext uri="{FF2B5EF4-FFF2-40B4-BE49-F238E27FC236}">
                <a16:creationId xmlns:a16="http://schemas.microsoft.com/office/drawing/2014/main" id="{7DA5ED01-6CFB-F74C-9691-C3D606F70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85"/>
          <a:stretch>
            <a:fillRect/>
          </a:stretch>
        </p:blipFill>
        <p:spPr>
          <a:xfrm>
            <a:off x="-99061" y="-23446"/>
            <a:ext cx="7505701" cy="109291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0434A5F-B6CC-45C2-CD2C-1A436B9F3061}"/>
              </a:ext>
            </a:extLst>
          </p:cNvPr>
          <p:cNvSpPr txBox="1">
            <a:spLocks/>
          </p:cNvSpPr>
          <p:nvPr/>
        </p:nvSpPr>
        <p:spPr>
          <a:xfrm>
            <a:off x="-45719" y="228600"/>
            <a:ext cx="7199312" cy="1036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D4AF37"/>
                </a:solidFill>
                <a:latin typeface="Edwardian Script ITC" panose="030303020407070D0804" pitchFamily="66" charset="0"/>
              </a:rPr>
              <a:t>Jai Guru Dev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6311E-0CC4-D336-8862-93D6E7478608}"/>
              </a:ext>
            </a:extLst>
          </p:cNvPr>
          <p:cNvSpPr txBox="1">
            <a:spLocks/>
          </p:cNvSpPr>
          <p:nvPr/>
        </p:nvSpPr>
        <p:spPr>
          <a:xfrm>
            <a:off x="1" y="1143770"/>
            <a:ext cx="7199312" cy="10363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With great happiness we invite you and your family to the wedding ceremony of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9C9EC59-80BE-FA68-801D-69E8159C9AFA}"/>
              </a:ext>
            </a:extLst>
          </p:cNvPr>
          <p:cNvSpPr txBox="1">
            <a:spLocks/>
          </p:cNvSpPr>
          <p:nvPr/>
        </p:nvSpPr>
        <p:spPr>
          <a:xfrm>
            <a:off x="73151" y="2116428"/>
            <a:ext cx="7199312" cy="1036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5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Sharat Prabhakaran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330106-771D-1BFB-1087-7107D7923552}"/>
              </a:ext>
            </a:extLst>
          </p:cNvPr>
          <p:cNvSpPr txBox="1">
            <a:spLocks/>
          </p:cNvSpPr>
          <p:nvPr/>
        </p:nvSpPr>
        <p:spPr>
          <a:xfrm>
            <a:off x="-6099" y="3353071"/>
            <a:ext cx="7199312" cy="8559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5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&amp;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98DE425-CEB4-72EA-86A8-57AE17C6AA1B}"/>
              </a:ext>
            </a:extLst>
          </p:cNvPr>
          <p:cNvSpPr txBox="1">
            <a:spLocks/>
          </p:cNvSpPr>
          <p:nvPr/>
        </p:nvSpPr>
        <p:spPr>
          <a:xfrm>
            <a:off x="-32005" y="3816716"/>
            <a:ext cx="7199312" cy="1036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500" b="1" dirty="0" err="1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Sreekutty</a:t>
            </a:r>
            <a:r>
              <a:rPr lang="en-IN" sz="55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 </a:t>
            </a:r>
            <a:r>
              <a:rPr lang="en-IN" sz="5500" b="1" dirty="0" err="1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Sreekandan</a:t>
            </a:r>
            <a:endParaRPr lang="en-IN" sz="5500" b="1" dirty="0">
              <a:solidFill>
                <a:schemeClr val="bg1">
                  <a:lumMod val="85000"/>
                </a:schemeClr>
              </a:solidFill>
              <a:latin typeface="Edwardian Script ITC" panose="030303020407070D0804" pitchFamily="66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4C8F2E-BCFF-9B5D-D6E8-DA0265510521}"/>
              </a:ext>
            </a:extLst>
          </p:cNvPr>
          <p:cNvSpPr txBox="1">
            <a:spLocks/>
          </p:cNvSpPr>
          <p:nvPr/>
        </p:nvSpPr>
        <p:spPr>
          <a:xfrm>
            <a:off x="-3852" y="5615842"/>
            <a:ext cx="7207015" cy="15160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IN" sz="2400" b="1" i="1" dirty="0" err="1">
                <a:solidFill>
                  <a:schemeClr val="bg1">
                    <a:lumMod val="85000"/>
                  </a:schemeClr>
                </a:solidFill>
                <a:latin typeface="Lucida Calligraphy" panose="03010101010101010101" pitchFamily="66" charset="0"/>
                <a:cs typeface="Times New Roman" panose="02020603050405020304" pitchFamily="18" charset="0"/>
              </a:rPr>
              <a:t>Muhurtham</a:t>
            </a:r>
            <a:r>
              <a:rPr lang="en-IN" sz="2400" b="1" i="1" dirty="0">
                <a:solidFill>
                  <a:schemeClr val="bg1">
                    <a:lumMod val="85000"/>
                  </a:schemeClr>
                </a:solidFill>
                <a:latin typeface="Lucida Calligraphy" panose="03010101010101010101" pitchFamily="66" charset="0"/>
                <a:cs typeface="Times New Roman" panose="02020603050405020304" pitchFamily="18" charset="0"/>
              </a:rPr>
              <a:t>  between 12:11PM – 12:31  PM</a:t>
            </a:r>
          </a:p>
          <a:p>
            <a:pPr>
              <a:lnSpc>
                <a:spcPct val="100000"/>
              </a:lnSpc>
            </a:pPr>
            <a:r>
              <a:rPr lang="en-IN" sz="2400" b="1" i="1" dirty="0" err="1">
                <a:solidFill>
                  <a:schemeClr val="bg1">
                    <a:lumMod val="85000"/>
                  </a:schemeClr>
                </a:solidFill>
                <a:latin typeface="Lucida Calligraphy" panose="03010101010101010101" pitchFamily="66" charset="0"/>
                <a:cs typeface="Times New Roman" panose="02020603050405020304" pitchFamily="18" charset="0"/>
              </a:rPr>
              <a:t>Sweekaranam</a:t>
            </a:r>
            <a:r>
              <a:rPr lang="en-IN" sz="2400" b="1" i="1" dirty="0">
                <a:solidFill>
                  <a:schemeClr val="bg1">
                    <a:lumMod val="85000"/>
                  </a:schemeClr>
                </a:solidFill>
                <a:latin typeface="Lucida Calligraphy" panose="03010101010101010101" pitchFamily="66" charset="0"/>
                <a:cs typeface="Times New Roman" panose="02020603050405020304" pitchFamily="18" charset="0"/>
              </a:rPr>
              <a:t> (Welcoming of the Groom and party) at 11 :00 AM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C8799A-F90A-07F3-5792-578608605E82}"/>
              </a:ext>
            </a:extLst>
          </p:cNvPr>
          <p:cNvSpPr txBox="1">
            <a:spLocks/>
          </p:cNvSpPr>
          <p:nvPr/>
        </p:nvSpPr>
        <p:spPr>
          <a:xfrm>
            <a:off x="24385" y="8250261"/>
            <a:ext cx="7199312" cy="7076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Looking forward to your precious presence. </a:t>
            </a:r>
            <a:endParaRPr lang="en-IN" sz="3600" b="1" dirty="0">
              <a:solidFill>
                <a:schemeClr val="bg1">
                  <a:lumMod val="85000"/>
                </a:schemeClr>
              </a:solidFill>
              <a:latin typeface="Edwardian Script ITC" panose="030303020407070D0804" pitchFamily="66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3BD21CD-C94C-AFE7-CDA3-7A68BE04C3EC}"/>
              </a:ext>
            </a:extLst>
          </p:cNvPr>
          <p:cNvSpPr txBox="1">
            <a:spLocks/>
          </p:cNvSpPr>
          <p:nvPr/>
        </p:nvSpPr>
        <p:spPr>
          <a:xfrm>
            <a:off x="99062" y="9553374"/>
            <a:ext cx="7199312" cy="103632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Meena Prabhakaran </a:t>
            </a:r>
          </a:p>
          <a:p>
            <a:pPr algn="l"/>
            <a:r>
              <a:rPr lang="en-US" sz="36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Bharat Prabhakaran </a:t>
            </a:r>
            <a:endParaRPr lang="en-IN" sz="3600" b="1" dirty="0">
              <a:solidFill>
                <a:schemeClr val="bg1">
                  <a:lumMod val="85000"/>
                </a:schemeClr>
              </a:solidFill>
              <a:latin typeface="Edwardian Script ITC" panose="030303020407070D0804" pitchFamily="66" charset="0"/>
            </a:endParaRPr>
          </a:p>
        </p:txBody>
      </p:sp>
      <p:pic>
        <p:nvPicPr>
          <p:cNvPr id="1030" name="Picture 6" descr="Lord Ganesh Outline Logo Illustration With Om Symbol, Lord ...">
            <a:extLst>
              <a:ext uri="{FF2B5EF4-FFF2-40B4-BE49-F238E27FC236}">
                <a16:creationId xmlns:a16="http://schemas.microsoft.com/office/drawing/2014/main" id="{BC3ED83F-159D-FDAF-DD97-118D12E65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744" y="-91440"/>
            <a:ext cx="1558936" cy="93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E8320F5-73A0-4684-0245-B00B0E49E8A9}"/>
              </a:ext>
            </a:extLst>
          </p:cNvPr>
          <p:cNvSpPr txBox="1">
            <a:spLocks/>
          </p:cNvSpPr>
          <p:nvPr/>
        </p:nvSpPr>
        <p:spPr>
          <a:xfrm>
            <a:off x="-99061" y="2392212"/>
            <a:ext cx="7505700" cy="10363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S/O Late O  Maya Prabhakaran and  Meena Prabhakaran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48C2D9B-E191-926D-917E-402CB5E5B99B}"/>
              </a:ext>
            </a:extLst>
          </p:cNvPr>
          <p:cNvSpPr txBox="1">
            <a:spLocks/>
          </p:cNvSpPr>
          <p:nvPr/>
        </p:nvSpPr>
        <p:spPr>
          <a:xfrm>
            <a:off x="3852" y="4390655"/>
            <a:ext cx="7199312" cy="12963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D/O </a:t>
            </a:r>
            <a:r>
              <a:rPr lang="en-IN" sz="2800" b="1" dirty="0" err="1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Sreekandan</a:t>
            </a:r>
            <a:r>
              <a:rPr lang="en-IN" sz="28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 Nair and  </a:t>
            </a:r>
            <a:r>
              <a:rPr lang="en-IN" sz="2800" b="1" dirty="0" err="1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Sugadha</a:t>
            </a:r>
            <a:r>
              <a:rPr lang="en-IN" sz="28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 Kumari</a:t>
            </a:r>
          </a:p>
          <a:p>
            <a:r>
              <a:rPr lang="en-IN" sz="2800" b="1" dirty="0" err="1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Sreekanda</a:t>
            </a:r>
            <a:r>
              <a:rPr lang="en-IN" sz="28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 </a:t>
            </a:r>
            <a:r>
              <a:rPr lang="en-IN" sz="2800" b="1" dirty="0" err="1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Sadhanam</a:t>
            </a:r>
            <a:r>
              <a:rPr lang="en-IN" sz="28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, </a:t>
            </a:r>
            <a:r>
              <a:rPr lang="en-IN" sz="2800" b="1" dirty="0" err="1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Ponganadu</a:t>
            </a:r>
            <a:r>
              <a:rPr lang="en-IN" sz="28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, Thiruvananthapuram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E2D45B-36B2-55FB-66BD-B4557C74D681}"/>
              </a:ext>
            </a:extLst>
          </p:cNvPr>
          <p:cNvSpPr txBox="1"/>
          <p:nvPr/>
        </p:nvSpPr>
        <p:spPr>
          <a:xfrm>
            <a:off x="3852" y="7098835"/>
            <a:ext cx="691355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000" b="1" dirty="0">
                <a:solidFill>
                  <a:schemeClr val="bg1">
                    <a:lumMod val="85000"/>
                  </a:schemeClr>
                </a:solidFill>
                <a:latin typeface="Lucida Calligraphy" panose="03010101010101010101" pitchFamily="66" charset="0"/>
                <a:ea typeface="+mj-ea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Venue</a:t>
            </a:r>
            <a:endParaRPr lang="en-IN" b="1" dirty="0">
              <a:solidFill>
                <a:schemeClr val="bg1">
                  <a:lumMod val="85000"/>
                </a:schemeClr>
              </a:solidFill>
              <a:latin typeface="Lucida Calligraphy" panose="03010101010101010101" pitchFamily="66" charset="0"/>
              <a:ea typeface="+mj-ea"/>
              <a:cs typeface="Times New Roman" panose="02020603050405020304" pitchFamily="18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buNone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  <a:latin typeface="Lucida Calligraphy" panose="03010101010101010101" pitchFamily="66" charset="0"/>
                <a:ea typeface="+mj-ea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Crystal Convention Centre,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  <a:latin typeface="Lucida Calligraphy" panose="03010101010101010101" pitchFamily="66" charset="0"/>
                <a:ea typeface="+mj-ea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Nagaroor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  <a:latin typeface="Lucida Calligraphy" panose="03010101010101010101" pitchFamily="66" charset="0"/>
                <a:ea typeface="+mj-ea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Thiruvananthapuram</a:t>
            </a:r>
            <a:endParaRPr lang="en-IN" dirty="0">
              <a:solidFill>
                <a:schemeClr val="bg1">
                  <a:lumMod val="85000"/>
                </a:schemeClr>
              </a:solidFill>
              <a:latin typeface="Lucida Calligraphy" panose="03010101010101010101" pitchFamily="66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6482115-56FC-5DF7-04EF-E9FBE507D5EF}"/>
              </a:ext>
            </a:extLst>
          </p:cNvPr>
          <p:cNvSpPr txBox="1">
            <a:spLocks/>
          </p:cNvSpPr>
          <p:nvPr/>
        </p:nvSpPr>
        <p:spPr>
          <a:xfrm>
            <a:off x="-298705" y="8767106"/>
            <a:ext cx="3541713" cy="7618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bg1">
                    <a:lumMod val="85000"/>
                  </a:schemeClr>
                </a:solidFill>
                <a:latin typeface="Edwardian Script ITC" panose="030303020407070D0804" pitchFamily="66" charset="0"/>
              </a:rPr>
              <a:t>Seeking your blessings</a:t>
            </a:r>
            <a:endParaRPr lang="en-IN" sz="3200" b="1" dirty="0">
              <a:solidFill>
                <a:schemeClr val="bg1">
                  <a:lumMod val="85000"/>
                </a:schemeClr>
              </a:solidFill>
              <a:latin typeface="Edwardian Script ITC" panose="030303020407070D08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053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</TotalTime>
  <Words>88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Edwardian Script ITC</vt:lpstr>
      <vt:lpstr>Lucida Calligraphy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Sharat Prabhakaran</dc:creator>
  <cp:lastModifiedBy>Sharat Prabhakaran</cp:lastModifiedBy>
  <cp:revision>12</cp:revision>
  <dcterms:created xsi:type="dcterms:W3CDTF">2026-01-09T04:41:07Z</dcterms:created>
  <dcterms:modified xsi:type="dcterms:W3CDTF">2026-01-11T13:55:10Z</dcterms:modified>
</cp:coreProperties>
</file>